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8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A6AD3-D3B9-42DB-97A1-6AB274E2A0FA}" v="15" dt="2026-07-24T19:04:52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tha Shashidhar" userId="e3b2353944b9bf81" providerId="LiveId" clId="{867AE236-FB8C-4E45-989D-BE0762C7E483}"/>
    <pc:docChg chg="undo custSel addSld delSld modSld">
      <pc:chgData name="Itha Shashidhar" userId="e3b2353944b9bf81" providerId="LiveId" clId="{867AE236-FB8C-4E45-989D-BE0762C7E483}" dt="2026-07-24T19:11:43.743" v="465" actId="14100"/>
      <pc:docMkLst>
        <pc:docMk/>
      </pc:docMkLst>
      <pc:sldChg chg="modSp mod">
        <pc:chgData name="Itha Shashidhar" userId="e3b2353944b9bf81" providerId="LiveId" clId="{867AE236-FB8C-4E45-989D-BE0762C7E483}" dt="2026-07-24T18:15:38.297" v="175" actId="27636"/>
        <pc:sldMkLst>
          <pc:docMk/>
          <pc:sldMk cId="2831447608" sldId="260"/>
        </pc:sldMkLst>
        <pc:spChg chg="mod">
          <ac:chgData name="Itha Shashidhar" userId="e3b2353944b9bf81" providerId="LiveId" clId="{867AE236-FB8C-4E45-989D-BE0762C7E483}" dt="2026-07-24T18:14:21.406" v="100" actId="14100"/>
          <ac:spMkLst>
            <pc:docMk/>
            <pc:sldMk cId="2831447608" sldId="260"/>
            <ac:spMk id="2" creationId="{0F4E0B1A-39A8-C8DF-A223-455641A5793E}"/>
          </ac:spMkLst>
        </pc:spChg>
        <pc:spChg chg="mod">
          <ac:chgData name="Itha Shashidhar" userId="e3b2353944b9bf81" providerId="LiveId" clId="{867AE236-FB8C-4E45-989D-BE0762C7E483}" dt="2026-07-24T18:15:38.297" v="175" actId="27636"/>
          <ac:spMkLst>
            <pc:docMk/>
            <pc:sldMk cId="2831447608" sldId="260"/>
            <ac:spMk id="3" creationId="{FDF8F859-E3EB-E102-0404-C1AA4A87EED3}"/>
          </ac:spMkLst>
        </pc:spChg>
      </pc:sldChg>
      <pc:sldChg chg="addSp delSp modSp new mod setBg">
        <pc:chgData name="Itha Shashidhar" userId="e3b2353944b9bf81" providerId="LiveId" clId="{867AE236-FB8C-4E45-989D-BE0762C7E483}" dt="2026-07-24T18:35:31.286" v="229" actId="21"/>
        <pc:sldMkLst>
          <pc:docMk/>
          <pc:sldMk cId="3218196405" sldId="261"/>
        </pc:sldMkLst>
        <pc:spChg chg="add del mod">
          <ac:chgData name="Itha Shashidhar" userId="e3b2353944b9bf81" providerId="LiveId" clId="{867AE236-FB8C-4E45-989D-BE0762C7E483}" dt="2026-07-24T18:35:31.286" v="229" actId="21"/>
          <ac:spMkLst>
            <pc:docMk/>
            <pc:sldMk cId="3218196405" sldId="261"/>
            <ac:spMk id="4" creationId="{9BBFD615-4E50-D773-F618-E8F6161488D0}"/>
          </ac:spMkLst>
        </pc:spChg>
        <pc:spChg chg="add del">
          <ac:chgData name="Itha Shashidhar" userId="e3b2353944b9bf81" providerId="LiveId" clId="{867AE236-FB8C-4E45-989D-BE0762C7E483}" dt="2026-07-24T18:24:16.609" v="198" actId="26606"/>
          <ac:spMkLst>
            <pc:docMk/>
            <pc:sldMk cId="3218196405" sldId="261"/>
            <ac:spMk id="5" creationId="{43F8250A-B5BC-48E8-9E34-320C6AB61351}"/>
          </ac:spMkLst>
        </pc:spChg>
        <pc:spChg chg="add del">
          <ac:chgData name="Itha Shashidhar" userId="e3b2353944b9bf81" providerId="LiveId" clId="{867AE236-FB8C-4E45-989D-BE0762C7E483}" dt="2026-07-24T18:24:16.609" v="198" actId="26606"/>
          <ac:spMkLst>
            <pc:docMk/>
            <pc:sldMk cId="3218196405" sldId="261"/>
            <ac:spMk id="6" creationId="{A2829537-8D6E-4F27-8454-8F19BEA8C11F}"/>
          </ac:spMkLst>
        </pc:spChg>
        <pc:spChg chg="add del">
          <ac:chgData name="Itha Shashidhar" userId="e3b2353944b9bf81" providerId="LiveId" clId="{867AE236-FB8C-4E45-989D-BE0762C7E483}" dt="2026-07-24T18:23:34.351" v="180" actId="26606"/>
          <ac:spMkLst>
            <pc:docMk/>
            <pc:sldMk cId="3218196405" sldId="261"/>
            <ac:spMk id="8" creationId="{9BEF03C2-E178-4360-9845-C30A60A89327}"/>
          </ac:spMkLst>
        </pc:spChg>
        <pc:spChg chg="add del">
          <ac:chgData name="Itha Shashidhar" userId="e3b2353944b9bf81" providerId="LiveId" clId="{867AE236-FB8C-4E45-989D-BE0762C7E483}" dt="2026-07-24T18:24:21.196" v="200" actId="26606"/>
          <ac:spMkLst>
            <pc:docMk/>
            <pc:sldMk cId="3218196405" sldId="261"/>
            <ac:spMk id="9" creationId="{9A212F8F-D812-4A16-BE82-F3500DE32174}"/>
          </ac:spMkLst>
        </pc:spChg>
        <pc:spChg chg="add del">
          <ac:chgData name="Itha Shashidhar" userId="e3b2353944b9bf81" providerId="LiveId" clId="{867AE236-FB8C-4E45-989D-BE0762C7E483}" dt="2026-07-24T18:23:34.351" v="180" actId="26606"/>
          <ac:spMkLst>
            <pc:docMk/>
            <pc:sldMk cId="3218196405" sldId="261"/>
            <ac:spMk id="10" creationId="{D5D6DF14-A531-4DD6-A165-8D495415BDA6}"/>
          </ac:spMkLst>
        </pc:spChg>
        <pc:spChg chg="add del">
          <ac:chgData name="Itha Shashidhar" userId="e3b2353944b9bf81" providerId="LiveId" clId="{867AE236-FB8C-4E45-989D-BE0762C7E483}" dt="2026-07-24T18:24:21.196" v="200" actId="26606"/>
          <ac:spMkLst>
            <pc:docMk/>
            <pc:sldMk cId="3218196405" sldId="261"/>
            <ac:spMk id="11" creationId="{D2CF1D1B-04ED-443D-A9FE-68BF8859BDD6}"/>
          </ac:spMkLst>
        </pc:spChg>
        <pc:spChg chg="add del">
          <ac:chgData name="Itha Shashidhar" userId="e3b2353944b9bf81" providerId="LiveId" clId="{867AE236-FB8C-4E45-989D-BE0762C7E483}" dt="2026-07-24T18:23:40.442" v="182" actId="26606"/>
          <ac:spMkLst>
            <pc:docMk/>
            <pc:sldMk cId="3218196405" sldId="261"/>
            <ac:spMk id="12" creationId="{43F8250A-B5BC-48E8-9E34-320C6AB61351}"/>
          </ac:spMkLst>
        </pc:spChg>
        <pc:spChg chg="add del">
          <ac:chgData name="Itha Shashidhar" userId="e3b2353944b9bf81" providerId="LiveId" clId="{867AE236-FB8C-4E45-989D-BE0762C7E483}" dt="2026-07-24T18:23:40.442" v="182" actId="26606"/>
          <ac:spMkLst>
            <pc:docMk/>
            <pc:sldMk cId="3218196405" sldId="261"/>
            <ac:spMk id="13" creationId="{A2829537-8D6E-4F27-8454-8F19BEA8C11F}"/>
          </ac:spMkLst>
        </pc:spChg>
        <pc:spChg chg="add del">
          <ac:chgData name="Itha Shashidhar" userId="e3b2353944b9bf81" providerId="LiveId" clId="{867AE236-FB8C-4E45-989D-BE0762C7E483}" dt="2026-07-24T18:24:25.996" v="202" actId="26606"/>
          <ac:spMkLst>
            <pc:docMk/>
            <pc:sldMk cId="3218196405" sldId="261"/>
            <ac:spMk id="14" creationId="{5C6ACA56-9AD4-4EE6-8F38-8C18968ACE5C}"/>
          </ac:spMkLst>
        </pc:spChg>
        <pc:spChg chg="add del">
          <ac:chgData name="Itha Shashidhar" userId="e3b2353944b9bf81" providerId="LiveId" clId="{867AE236-FB8C-4E45-989D-BE0762C7E483}" dt="2026-07-24T18:23:44.951" v="184" actId="26606"/>
          <ac:spMkLst>
            <pc:docMk/>
            <pc:sldMk cId="3218196405" sldId="261"/>
            <ac:spMk id="15" creationId="{5C6ACA56-9AD4-4EE6-8F38-8C18968ACE5C}"/>
          </ac:spMkLst>
        </pc:spChg>
        <pc:spChg chg="add del">
          <ac:chgData name="Itha Shashidhar" userId="e3b2353944b9bf81" providerId="LiveId" clId="{867AE236-FB8C-4E45-989D-BE0762C7E483}" dt="2026-07-24T18:23:44.951" v="184" actId="26606"/>
          <ac:spMkLst>
            <pc:docMk/>
            <pc:sldMk cId="3218196405" sldId="261"/>
            <ac:spMk id="16" creationId="{BE655210-4EEB-44D9-B394-6FB4139BFC1E}"/>
          </ac:spMkLst>
        </pc:spChg>
        <pc:spChg chg="add del">
          <ac:chgData name="Itha Shashidhar" userId="e3b2353944b9bf81" providerId="LiveId" clId="{867AE236-FB8C-4E45-989D-BE0762C7E483}" dt="2026-07-24T18:24:25.996" v="202" actId="26606"/>
          <ac:spMkLst>
            <pc:docMk/>
            <pc:sldMk cId="3218196405" sldId="261"/>
            <ac:spMk id="17" creationId="{BE655210-4EEB-44D9-B394-6FB4139BFC1E}"/>
          </ac:spMkLst>
        </pc:spChg>
        <pc:spChg chg="add del">
          <ac:chgData name="Itha Shashidhar" userId="e3b2353944b9bf81" providerId="LiveId" clId="{867AE236-FB8C-4E45-989D-BE0762C7E483}" dt="2026-07-24T18:23:46.987" v="186" actId="26606"/>
          <ac:spMkLst>
            <pc:docMk/>
            <pc:sldMk cId="3218196405" sldId="261"/>
            <ac:spMk id="18" creationId="{9A212F8F-D812-4A16-BE82-F3500DE32174}"/>
          </ac:spMkLst>
        </pc:spChg>
        <pc:spChg chg="add del">
          <ac:chgData name="Itha Shashidhar" userId="e3b2353944b9bf81" providerId="LiveId" clId="{867AE236-FB8C-4E45-989D-BE0762C7E483}" dt="2026-07-24T18:23:46.987" v="186" actId="26606"/>
          <ac:spMkLst>
            <pc:docMk/>
            <pc:sldMk cId="3218196405" sldId="261"/>
            <ac:spMk id="19" creationId="{D2CF1D1B-04ED-443D-A9FE-68BF8859BDD6}"/>
          </ac:spMkLst>
        </pc:spChg>
        <pc:spChg chg="add">
          <ac:chgData name="Itha Shashidhar" userId="e3b2353944b9bf81" providerId="LiveId" clId="{867AE236-FB8C-4E45-989D-BE0762C7E483}" dt="2026-07-24T18:24:25.996" v="203" actId="26606"/>
          <ac:spMkLst>
            <pc:docMk/>
            <pc:sldMk cId="3218196405" sldId="261"/>
            <ac:spMk id="20" creationId="{FF45FBF2-7D66-42AD-9DF3-D6B32C25A4F3}"/>
          </ac:spMkLst>
        </pc:spChg>
        <pc:spChg chg="add del">
          <ac:chgData name="Itha Shashidhar" userId="e3b2353944b9bf81" providerId="LiveId" clId="{867AE236-FB8C-4E45-989D-BE0762C7E483}" dt="2026-07-24T18:23:48.716" v="188" actId="26606"/>
          <ac:spMkLst>
            <pc:docMk/>
            <pc:sldMk cId="3218196405" sldId="261"/>
            <ac:spMk id="21" creationId="{43F8250A-B5BC-48E8-9E34-320C6AB61351}"/>
          </ac:spMkLst>
        </pc:spChg>
        <pc:spChg chg="add del">
          <ac:chgData name="Itha Shashidhar" userId="e3b2353944b9bf81" providerId="LiveId" clId="{867AE236-FB8C-4E45-989D-BE0762C7E483}" dt="2026-07-24T18:23:48.716" v="188" actId="26606"/>
          <ac:spMkLst>
            <pc:docMk/>
            <pc:sldMk cId="3218196405" sldId="261"/>
            <ac:spMk id="22" creationId="{A2829537-8D6E-4F27-8454-8F19BEA8C11F}"/>
          </ac:spMkLst>
        </pc:spChg>
        <pc:spChg chg="add">
          <ac:chgData name="Itha Shashidhar" userId="e3b2353944b9bf81" providerId="LiveId" clId="{867AE236-FB8C-4E45-989D-BE0762C7E483}" dt="2026-07-24T18:24:25.996" v="203" actId="26606"/>
          <ac:spMkLst>
            <pc:docMk/>
            <pc:sldMk cId="3218196405" sldId="261"/>
            <ac:spMk id="23" creationId="{E04044DE-2387-41C2-857F-132B16793228}"/>
          </ac:spMkLst>
        </pc:spChg>
        <pc:spChg chg="add del">
          <ac:chgData name="Itha Shashidhar" userId="e3b2353944b9bf81" providerId="LiveId" clId="{867AE236-FB8C-4E45-989D-BE0762C7E483}" dt="2026-07-24T18:23:51.777" v="190" actId="26606"/>
          <ac:spMkLst>
            <pc:docMk/>
            <pc:sldMk cId="3218196405" sldId="261"/>
            <ac:spMk id="24" creationId="{9A212F8F-D812-4A16-BE82-F3500DE32174}"/>
          </ac:spMkLst>
        </pc:spChg>
        <pc:spChg chg="add del">
          <ac:chgData name="Itha Shashidhar" userId="e3b2353944b9bf81" providerId="LiveId" clId="{867AE236-FB8C-4E45-989D-BE0762C7E483}" dt="2026-07-24T18:23:51.777" v="190" actId="26606"/>
          <ac:spMkLst>
            <pc:docMk/>
            <pc:sldMk cId="3218196405" sldId="261"/>
            <ac:spMk id="25" creationId="{D2CF1D1B-04ED-443D-A9FE-68BF8859BDD6}"/>
          </ac:spMkLst>
        </pc:spChg>
        <pc:spChg chg="add del">
          <ac:chgData name="Itha Shashidhar" userId="e3b2353944b9bf81" providerId="LiveId" clId="{867AE236-FB8C-4E45-989D-BE0762C7E483}" dt="2026-07-24T18:24:10.306" v="196" actId="26606"/>
          <ac:spMkLst>
            <pc:docMk/>
            <pc:sldMk cId="3218196405" sldId="261"/>
            <ac:spMk id="27" creationId="{43F8250A-B5BC-48E8-9E34-320C6AB61351}"/>
          </ac:spMkLst>
        </pc:spChg>
        <pc:spChg chg="add del">
          <ac:chgData name="Itha Shashidhar" userId="e3b2353944b9bf81" providerId="LiveId" clId="{867AE236-FB8C-4E45-989D-BE0762C7E483}" dt="2026-07-24T18:24:10.306" v="196" actId="26606"/>
          <ac:spMkLst>
            <pc:docMk/>
            <pc:sldMk cId="3218196405" sldId="261"/>
            <ac:spMk id="28" creationId="{A2829537-8D6E-4F27-8454-8F19BEA8C11F}"/>
          </ac:spMkLst>
        </pc:spChg>
        <pc:picChg chg="add mod">
          <ac:chgData name="Itha Shashidhar" userId="e3b2353944b9bf81" providerId="LiveId" clId="{867AE236-FB8C-4E45-989D-BE0762C7E483}" dt="2026-07-24T18:24:34.662" v="204" actId="14100"/>
          <ac:picMkLst>
            <pc:docMk/>
            <pc:sldMk cId="3218196405" sldId="261"/>
            <ac:picMk id="3" creationId="{184731EA-E742-69C7-3869-F3934D6D1EFE}"/>
          </ac:picMkLst>
        </pc:picChg>
      </pc:sldChg>
      <pc:sldChg chg="addSp delSp modSp new mod setBg">
        <pc:chgData name="Itha Shashidhar" userId="e3b2353944b9bf81" providerId="LiveId" clId="{867AE236-FB8C-4E45-989D-BE0762C7E483}" dt="2026-07-24T18:34:40.237" v="226" actId="14100"/>
        <pc:sldMkLst>
          <pc:docMk/>
          <pc:sldMk cId="2709936596" sldId="262"/>
        </pc:sldMkLst>
        <pc:spChg chg="add del">
          <ac:chgData name="Itha Shashidhar" userId="e3b2353944b9bf81" providerId="LiveId" clId="{867AE236-FB8C-4E45-989D-BE0762C7E483}" dt="2026-07-24T18:34:13.923" v="217" actId="26606"/>
          <ac:spMkLst>
            <pc:docMk/>
            <pc:sldMk cId="2709936596" sldId="262"/>
            <ac:spMk id="5" creationId="{9A212F8F-D812-4A16-BE82-F3500DE32174}"/>
          </ac:spMkLst>
        </pc:spChg>
        <pc:spChg chg="add del">
          <ac:chgData name="Itha Shashidhar" userId="e3b2353944b9bf81" providerId="LiveId" clId="{867AE236-FB8C-4E45-989D-BE0762C7E483}" dt="2026-07-24T18:34:13.923" v="217" actId="26606"/>
          <ac:spMkLst>
            <pc:docMk/>
            <pc:sldMk cId="2709936596" sldId="262"/>
            <ac:spMk id="6" creationId="{D2CF1D1B-04ED-443D-A9FE-68BF8859BDD6}"/>
          </ac:spMkLst>
        </pc:spChg>
        <pc:spChg chg="add del">
          <ac:chgData name="Itha Shashidhar" userId="e3b2353944b9bf81" providerId="LiveId" clId="{867AE236-FB8C-4E45-989D-BE0762C7E483}" dt="2026-07-24T18:34:20.461" v="223" actId="26606"/>
          <ac:spMkLst>
            <pc:docMk/>
            <pc:sldMk cId="2709936596" sldId="262"/>
            <ac:spMk id="7" creationId="{FF45FBF2-7D66-42AD-9DF3-D6B32C25A4F3}"/>
          </ac:spMkLst>
        </pc:spChg>
        <pc:spChg chg="add del">
          <ac:chgData name="Itha Shashidhar" userId="e3b2353944b9bf81" providerId="LiveId" clId="{867AE236-FB8C-4E45-989D-BE0762C7E483}" dt="2026-07-24T18:33:59.538" v="209" actId="26606"/>
          <ac:spMkLst>
            <pc:docMk/>
            <pc:sldMk cId="2709936596" sldId="262"/>
            <ac:spMk id="8" creationId="{43F8250A-B5BC-48E8-9E34-320C6AB61351}"/>
          </ac:spMkLst>
        </pc:spChg>
        <pc:spChg chg="add del">
          <ac:chgData name="Itha Shashidhar" userId="e3b2353944b9bf81" providerId="LiveId" clId="{867AE236-FB8C-4E45-989D-BE0762C7E483}" dt="2026-07-24T18:34:15.047" v="219" actId="26606"/>
          <ac:spMkLst>
            <pc:docMk/>
            <pc:sldMk cId="2709936596" sldId="262"/>
            <ac:spMk id="9" creationId="{5C6ACA56-9AD4-4EE6-8F38-8C18968ACE5C}"/>
          </ac:spMkLst>
        </pc:spChg>
        <pc:spChg chg="add del">
          <ac:chgData name="Itha Shashidhar" userId="e3b2353944b9bf81" providerId="LiveId" clId="{867AE236-FB8C-4E45-989D-BE0762C7E483}" dt="2026-07-24T18:33:59.538" v="209" actId="26606"/>
          <ac:spMkLst>
            <pc:docMk/>
            <pc:sldMk cId="2709936596" sldId="262"/>
            <ac:spMk id="10" creationId="{A2829537-8D6E-4F27-8454-8F19BEA8C11F}"/>
          </ac:spMkLst>
        </pc:spChg>
        <pc:spChg chg="add del">
          <ac:chgData name="Itha Shashidhar" userId="e3b2353944b9bf81" providerId="LiveId" clId="{867AE236-FB8C-4E45-989D-BE0762C7E483}" dt="2026-07-24T18:34:15.047" v="219" actId="26606"/>
          <ac:spMkLst>
            <pc:docMk/>
            <pc:sldMk cId="2709936596" sldId="262"/>
            <ac:spMk id="11" creationId="{BE655210-4EEB-44D9-B394-6FB4139BFC1E}"/>
          </ac:spMkLst>
        </pc:spChg>
        <pc:spChg chg="add del">
          <ac:chgData name="Itha Shashidhar" userId="e3b2353944b9bf81" providerId="LiveId" clId="{867AE236-FB8C-4E45-989D-BE0762C7E483}" dt="2026-07-24T18:34:06.463" v="211" actId="26606"/>
          <ac:spMkLst>
            <pc:docMk/>
            <pc:sldMk cId="2709936596" sldId="262"/>
            <ac:spMk id="12" creationId="{391F240E-99C9-4C6A-BD0A-15F9E69F337F}"/>
          </ac:spMkLst>
        </pc:spChg>
        <pc:spChg chg="add del">
          <ac:chgData name="Itha Shashidhar" userId="e3b2353944b9bf81" providerId="LiveId" clId="{867AE236-FB8C-4E45-989D-BE0762C7E483}" dt="2026-07-24T18:34:06.463" v="211" actId="26606"/>
          <ac:spMkLst>
            <pc:docMk/>
            <pc:sldMk cId="2709936596" sldId="262"/>
            <ac:spMk id="13" creationId="{9C8424AD-EE61-4FBC-ABA0-36E67508F2D0}"/>
          </ac:spMkLst>
        </pc:spChg>
        <pc:spChg chg="add del">
          <ac:chgData name="Itha Shashidhar" userId="e3b2353944b9bf81" providerId="LiveId" clId="{867AE236-FB8C-4E45-989D-BE0762C7E483}" dt="2026-07-24T18:34:20.461" v="223" actId="26606"/>
          <ac:spMkLst>
            <pc:docMk/>
            <pc:sldMk cId="2709936596" sldId="262"/>
            <ac:spMk id="14" creationId="{E04044DE-2387-41C2-857F-132B16793228}"/>
          </ac:spMkLst>
        </pc:spChg>
        <pc:spChg chg="add del">
          <ac:chgData name="Itha Shashidhar" userId="e3b2353944b9bf81" providerId="LiveId" clId="{867AE236-FB8C-4E45-989D-BE0762C7E483}" dt="2026-07-24T18:34:08.503" v="213" actId="26606"/>
          <ac:spMkLst>
            <pc:docMk/>
            <pc:sldMk cId="2709936596" sldId="262"/>
            <ac:spMk id="15" creationId="{B1ECD48A-A6CE-48F3-8E89-3399C99382F1}"/>
          </ac:spMkLst>
        </pc:spChg>
        <pc:spChg chg="add del">
          <ac:chgData name="Itha Shashidhar" userId="e3b2353944b9bf81" providerId="LiveId" clId="{867AE236-FB8C-4E45-989D-BE0762C7E483}" dt="2026-07-24T18:34:08.503" v="213" actId="26606"/>
          <ac:spMkLst>
            <pc:docMk/>
            <pc:sldMk cId="2709936596" sldId="262"/>
            <ac:spMk id="16" creationId="{0A3F7A1B-3080-4A65-A240-2E1A6EF84567}"/>
          </ac:spMkLst>
        </pc:spChg>
        <pc:picChg chg="add mod">
          <ac:chgData name="Itha Shashidhar" userId="e3b2353944b9bf81" providerId="LiveId" clId="{867AE236-FB8C-4E45-989D-BE0762C7E483}" dt="2026-07-24T18:34:40.237" v="226" actId="14100"/>
          <ac:picMkLst>
            <pc:docMk/>
            <pc:sldMk cId="2709936596" sldId="262"/>
            <ac:picMk id="3" creationId="{57F6DBD2-5888-16F7-9DD6-EBBF7BF8579A}"/>
          </ac:picMkLst>
        </pc:picChg>
      </pc:sldChg>
      <pc:sldChg chg="modSp new mod">
        <pc:chgData name="Itha Shashidhar" userId="e3b2353944b9bf81" providerId="LiveId" clId="{867AE236-FB8C-4E45-989D-BE0762C7E483}" dt="2026-07-24T18:54:16.053" v="327" actId="14100"/>
        <pc:sldMkLst>
          <pc:docMk/>
          <pc:sldMk cId="1347703105" sldId="263"/>
        </pc:sldMkLst>
        <pc:spChg chg="mod">
          <ac:chgData name="Itha Shashidhar" userId="e3b2353944b9bf81" providerId="LiveId" clId="{867AE236-FB8C-4E45-989D-BE0762C7E483}" dt="2026-07-24T18:45:41.382" v="276" actId="20577"/>
          <ac:spMkLst>
            <pc:docMk/>
            <pc:sldMk cId="1347703105" sldId="263"/>
            <ac:spMk id="2" creationId="{139DD4C5-1713-F3E7-5BB5-DAE2F8A71A7C}"/>
          </ac:spMkLst>
        </pc:spChg>
        <pc:spChg chg="mod">
          <ac:chgData name="Itha Shashidhar" userId="e3b2353944b9bf81" providerId="LiveId" clId="{867AE236-FB8C-4E45-989D-BE0762C7E483}" dt="2026-07-24T18:54:16.053" v="327" actId="14100"/>
          <ac:spMkLst>
            <pc:docMk/>
            <pc:sldMk cId="1347703105" sldId="263"/>
            <ac:spMk id="3" creationId="{1A08D7AD-D7CB-5BE8-20E7-7BB87F67A31A}"/>
          </ac:spMkLst>
        </pc:spChg>
      </pc:sldChg>
      <pc:sldChg chg="addSp modSp new del mod">
        <pc:chgData name="Itha Shashidhar" userId="e3b2353944b9bf81" providerId="LiveId" clId="{867AE236-FB8C-4E45-989D-BE0762C7E483}" dt="2026-07-24T18:44:17.787" v="235" actId="2696"/>
        <pc:sldMkLst>
          <pc:docMk/>
          <pc:sldMk cId="2185020710" sldId="263"/>
        </pc:sldMkLst>
        <pc:spChg chg="add mod">
          <ac:chgData name="Itha Shashidhar" userId="e3b2353944b9bf81" providerId="LiveId" clId="{867AE236-FB8C-4E45-989D-BE0762C7E483}" dt="2026-07-24T18:44:05.015" v="234"/>
          <ac:spMkLst>
            <pc:docMk/>
            <pc:sldMk cId="2185020710" sldId="263"/>
            <ac:spMk id="2" creationId="{4E09B4C5-D96C-6CAC-99AB-5ECAAB19DC73}"/>
          </ac:spMkLst>
        </pc:spChg>
      </pc:sldChg>
      <pc:sldChg chg="new">
        <pc:chgData name="Itha Shashidhar" userId="e3b2353944b9bf81" providerId="LiveId" clId="{867AE236-FB8C-4E45-989D-BE0762C7E483}" dt="2026-07-24T18:56:30.712" v="328" actId="680"/>
        <pc:sldMkLst>
          <pc:docMk/>
          <pc:sldMk cId="817950680" sldId="264"/>
        </pc:sldMkLst>
      </pc:sldChg>
      <pc:sldChg chg="add del">
        <pc:chgData name="Itha Shashidhar" userId="e3b2353944b9bf81" providerId="LiveId" clId="{867AE236-FB8C-4E45-989D-BE0762C7E483}" dt="2026-07-24T18:45:50.233" v="278"/>
        <pc:sldMkLst>
          <pc:docMk/>
          <pc:sldMk cId="2363823331" sldId="264"/>
        </pc:sldMkLst>
      </pc:sldChg>
      <pc:sldChg chg="add del">
        <pc:chgData name="Itha Shashidhar" userId="e3b2353944b9bf81" providerId="LiveId" clId="{867AE236-FB8C-4E45-989D-BE0762C7E483}" dt="2026-07-24T18:45:55.298" v="280"/>
        <pc:sldMkLst>
          <pc:docMk/>
          <pc:sldMk cId="2869605708" sldId="264"/>
        </pc:sldMkLst>
      </pc:sldChg>
      <pc:sldChg chg="add del">
        <pc:chgData name="Itha Shashidhar" userId="e3b2353944b9bf81" providerId="LiveId" clId="{867AE236-FB8C-4E45-989D-BE0762C7E483}" dt="2026-07-24T18:50:09.391" v="303" actId="2696"/>
        <pc:sldMkLst>
          <pc:docMk/>
          <pc:sldMk cId="3270621790" sldId="264"/>
        </pc:sldMkLst>
      </pc:sldChg>
      <pc:sldChg chg="add del">
        <pc:chgData name="Itha Shashidhar" userId="e3b2353944b9bf81" providerId="LiveId" clId="{867AE236-FB8C-4E45-989D-BE0762C7E483}" dt="2026-07-24T18:50:05.063" v="302" actId="2696"/>
        <pc:sldMkLst>
          <pc:docMk/>
          <pc:sldMk cId="2732638787" sldId="265"/>
        </pc:sldMkLst>
      </pc:sldChg>
      <pc:sldChg chg="modSp new mod">
        <pc:chgData name="Itha Shashidhar" userId="e3b2353944b9bf81" providerId="LiveId" clId="{867AE236-FB8C-4E45-989D-BE0762C7E483}" dt="2026-07-24T19:06:28.704" v="413" actId="207"/>
        <pc:sldMkLst>
          <pc:docMk/>
          <pc:sldMk cId="4098646814" sldId="265"/>
        </pc:sldMkLst>
        <pc:spChg chg="mod">
          <ac:chgData name="Itha Shashidhar" userId="e3b2353944b9bf81" providerId="LiveId" clId="{867AE236-FB8C-4E45-989D-BE0762C7E483}" dt="2026-07-24T19:03:24.786" v="398" actId="20577"/>
          <ac:spMkLst>
            <pc:docMk/>
            <pc:sldMk cId="4098646814" sldId="265"/>
            <ac:spMk id="2" creationId="{B3FBF89F-D6FD-1AFA-CD71-DBC1C5362C60}"/>
          </ac:spMkLst>
        </pc:spChg>
        <pc:spChg chg="mod">
          <ac:chgData name="Itha Shashidhar" userId="e3b2353944b9bf81" providerId="LiveId" clId="{867AE236-FB8C-4E45-989D-BE0762C7E483}" dt="2026-07-24T19:06:28.704" v="413" actId="207"/>
          <ac:spMkLst>
            <pc:docMk/>
            <pc:sldMk cId="4098646814" sldId="265"/>
            <ac:spMk id="3" creationId="{DA4EE0EA-DF37-DD35-FBBA-C0C6AB21B100}"/>
          </ac:spMkLst>
        </pc:spChg>
      </pc:sldChg>
      <pc:sldChg chg="addSp modSp new mod">
        <pc:chgData name="Itha Shashidhar" userId="e3b2353944b9bf81" providerId="LiveId" clId="{867AE236-FB8C-4E45-989D-BE0762C7E483}" dt="2026-07-24T19:11:43.743" v="465" actId="14100"/>
        <pc:sldMkLst>
          <pc:docMk/>
          <pc:sldMk cId="2559897472" sldId="266"/>
        </pc:sldMkLst>
        <pc:spChg chg="add mod">
          <ac:chgData name="Itha Shashidhar" userId="e3b2353944b9bf81" providerId="LiveId" clId="{867AE236-FB8C-4E45-989D-BE0762C7E483}" dt="2026-07-24T19:11:43.743" v="465" actId="14100"/>
          <ac:spMkLst>
            <pc:docMk/>
            <pc:sldMk cId="2559897472" sldId="266"/>
            <ac:spMk id="2" creationId="{306DD3BF-EFFD-AB2F-B3D5-E9DB588DE88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422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826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63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25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740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0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51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99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746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73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4542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3416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543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87285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776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0871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726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AB74375-AACC-43FE-BDBC-540DE49044EC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43424C5-0B79-417C-A2DB-BD451DF401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9726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7812CD-21AD-0F47-8471-11C4BBF6C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645920"/>
            <a:ext cx="10425748" cy="3209544"/>
          </a:xfrm>
        </p:spPr>
        <p:txBody>
          <a:bodyPr>
            <a:normAutofit/>
          </a:bodyPr>
          <a:lstStyle/>
          <a:p>
            <a:r>
              <a:rPr lang="en-IN" sz="6600" b="1" dirty="0"/>
              <a:t>          </a:t>
            </a:r>
            <a:r>
              <a:rPr lang="en-IN" sz="8000" b="1" dirty="0">
                <a:solidFill>
                  <a:schemeClr val="bg1"/>
                </a:solidFill>
              </a:rPr>
              <a:t>ADVENTURE</a:t>
            </a:r>
          </a:p>
          <a:p>
            <a:r>
              <a:rPr lang="en-IN" sz="8000" b="1" dirty="0">
                <a:solidFill>
                  <a:schemeClr val="bg1"/>
                </a:solidFill>
              </a:rPr>
              <a:t>            WORKS</a:t>
            </a:r>
          </a:p>
        </p:txBody>
      </p:sp>
    </p:spTree>
    <p:extLst>
      <p:ext uri="{BB962C8B-B14F-4D97-AF65-F5344CB8AC3E}">
        <p14:creationId xmlns:p14="http://schemas.microsoft.com/office/powerpoint/2010/main" val="144504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AFF33-6CC6-580E-E6AA-4CDE1BD91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7384" y="509715"/>
            <a:ext cx="8791575" cy="852741"/>
          </a:xfrm>
        </p:spPr>
        <p:txBody>
          <a:bodyPr/>
          <a:lstStyle/>
          <a:p>
            <a:pPr algn="just"/>
            <a:r>
              <a:rPr lang="en-IN" dirty="0"/>
              <a:t>          </a:t>
            </a:r>
            <a:r>
              <a:rPr lang="en-IN" b="1" dirty="0">
                <a:solidFill>
                  <a:schemeClr val="bg1"/>
                </a:solidFill>
              </a:rPr>
              <a:t>Today’s 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12C48-E7FF-D313-37E3-1411F246C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1792224"/>
            <a:ext cx="8791575" cy="4343400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Group Details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Adventure works in brief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Summary Of The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KPI List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Excel Dashboard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err="1">
                <a:solidFill>
                  <a:schemeClr val="bg1"/>
                </a:solidFill>
              </a:rPr>
              <a:t>PowerBi</a:t>
            </a:r>
            <a:r>
              <a:rPr lang="en-IN" dirty="0">
                <a:solidFill>
                  <a:schemeClr val="bg1"/>
                </a:solidFill>
              </a:rPr>
              <a:t> Dashboard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SQL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Tableau Dashboard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Challenges and Objectives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Suggestions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7523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23A9-F9C1-A925-9E05-1513B5705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73737"/>
            <a:ext cx="11166412" cy="1088135"/>
          </a:xfrm>
        </p:spPr>
        <p:txBody>
          <a:bodyPr/>
          <a:lstStyle/>
          <a:p>
            <a:r>
              <a:rPr lang="en-IN" b="1" cap="none" dirty="0">
                <a:solidFill>
                  <a:schemeClr val="bg1"/>
                </a:solidFill>
              </a:rPr>
              <a:t>        Adventure Works In </a:t>
            </a:r>
            <a:r>
              <a:rPr lang="en-IN" b="1" cap="none" dirty="0" err="1">
                <a:solidFill>
                  <a:schemeClr val="bg1"/>
                </a:solidFill>
              </a:rPr>
              <a:t>Breif</a:t>
            </a:r>
            <a:endParaRPr lang="en-IN" b="1" cap="none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8FC3A-7A9C-3E3D-9ED1-C9E37ACDC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508760"/>
            <a:ext cx="10901236" cy="457199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Adventure Works is a fictional multinational bicycle manufacturing company created by Microsoft for learning and business intelligence projects.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The company manufactures and sells bicycles, bicycle parts, accessories, and clothing.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It operates in multiple regions, including North America, Europe, and Asia, serving customers worldwide.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Adventure Works maintains detailed data on sales, customers, products, employees, territories, and resellers.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The company uses business analytics to monitor sales performance, profitability, customer </a:t>
            </a:r>
            <a:r>
              <a:rPr lang="en-IN" sz="1800" dirty="0" err="1">
                <a:solidFill>
                  <a:schemeClr val="bg1"/>
                </a:solidFill>
              </a:rPr>
              <a:t>behavior</a:t>
            </a:r>
            <a:r>
              <a:rPr lang="en-IN" sz="1800" dirty="0">
                <a:solidFill>
                  <a:schemeClr val="bg1"/>
                </a:solidFill>
              </a:rPr>
              <a:t>, and market trends.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The dataset contains information about orders, revenue, costs, products, customer demographics, and sales territories.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800" dirty="0">
                <a:solidFill>
                  <a:schemeClr val="bg1"/>
                </a:solidFill>
              </a:rPr>
              <a:t>The main goal of </a:t>
            </a:r>
            <a:r>
              <a:rPr lang="en-IN" sz="1800" dirty="0" err="1">
                <a:solidFill>
                  <a:schemeClr val="bg1"/>
                </a:solidFill>
              </a:rPr>
              <a:t>analyzing</a:t>
            </a:r>
            <a:r>
              <a:rPr lang="en-IN" sz="1800" dirty="0">
                <a:solidFill>
                  <a:schemeClr val="bg1"/>
                </a:solidFill>
              </a:rPr>
              <a:t> Adventure Works data is to generate business insights that support better decision-making and improve overall performance.</a:t>
            </a:r>
          </a:p>
        </p:txBody>
      </p:sp>
    </p:spTree>
    <p:extLst>
      <p:ext uri="{BB962C8B-B14F-4D97-AF65-F5344CB8AC3E}">
        <p14:creationId xmlns:p14="http://schemas.microsoft.com/office/powerpoint/2010/main" val="4189816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84D1B-CE46-E4DE-497F-F1B31B512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92025"/>
            <a:ext cx="10526332" cy="1207007"/>
          </a:xfrm>
        </p:spPr>
        <p:txBody>
          <a:bodyPr/>
          <a:lstStyle/>
          <a:p>
            <a:r>
              <a:rPr lang="en-IN" b="1" cap="none" dirty="0">
                <a:solidFill>
                  <a:schemeClr val="bg1"/>
                </a:solidFill>
              </a:rPr>
              <a:t>    Summary Of The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9AC7E-F774-5636-62EC-B62608F715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216152"/>
            <a:ext cx="10599484" cy="5276088"/>
          </a:xfrm>
        </p:spPr>
        <p:txBody>
          <a:bodyPr>
            <a:norm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Adventure Works is a multinational bicycle manufacturing company that sells products across North America, Europe, and Asia.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Identify valuable customers, their purchasing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, and buying patterns.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Compare sales performance across different countries and sales territories to identify high-performing markets.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Generate insights that help improve sales strategies, reduce costs, increase profitability, and grow market share.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Determine the best-selling products, product categories, and the most profitable items.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Identify valuable customers, their purchasing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, and buying patterns.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 err="1">
                <a:solidFill>
                  <a:schemeClr val="bg1"/>
                </a:solidFill>
              </a:rPr>
              <a:t>Analyze</a:t>
            </a:r>
            <a:r>
              <a:rPr lang="en-IN" dirty="0">
                <a:solidFill>
                  <a:schemeClr val="bg1"/>
                </a:solidFill>
              </a:rPr>
              <a:t> the company's sales data to understand business performance and support better decision-making.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Compare the performance of different product categories and identify top-selling products.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79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E0B1A-39A8-C8DF-A223-455641A57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219457"/>
            <a:ext cx="10910380" cy="1005839"/>
          </a:xfrm>
        </p:spPr>
        <p:txBody>
          <a:bodyPr/>
          <a:lstStyle/>
          <a:p>
            <a:r>
              <a:rPr lang="en-IN" cap="none" dirty="0">
                <a:solidFill>
                  <a:schemeClr val="bg1"/>
                </a:solidFill>
              </a:rPr>
              <a:t>                        </a:t>
            </a:r>
            <a:r>
              <a:rPr lang="en-IN" b="1" cap="none" dirty="0">
                <a:solidFill>
                  <a:schemeClr val="bg1"/>
                </a:solidFill>
              </a:rPr>
              <a:t>KPI’S 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8F859-E3EB-E102-0404-C1AA4A87E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801368"/>
            <a:ext cx="10910380" cy="448055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Total Sales                                               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Total Profit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Total Orders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Profit Margin (%)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Total Customers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Sales Growth (%)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Order Quantity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Top Selling Products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Sales by Region</a:t>
            </a:r>
          </a:p>
          <a:p>
            <a:pPr marL="514350" indent="-514350">
              <a:buFont typeface="+mj-lt"/>
              <a:buAutoNum type="romanUcPeriod"/>
            </a:pPr>
            <a:r>
              <a:rPr lang="en-IN" b="1" dirty="0">
                <a:solidFill>
                  <a:schemeClr val="bg1"/>
                </a:solidFill>
              </a:rPr>
              <a:t>Top Customers</a:t>
            </a:r>
          </a:p>
          <a:p>
            <a:pPr marL="514350" indent="-514350">
              <a:buFont typeface="+mj-lt"/>
              <a:buAutoNum type="romanUcPeriod"/>
            </a:pP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44760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F45FBF2-7D66-42AD-9DF3-D6B32C25A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E4E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731EA-E742-69C7-3869-F3934D6D1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9180"/>
          <a:stretch>
            <a:fillRect/>
          </a:stretch>
        </p:blipFill>
        <p:spPr>
          <a:xfrm>
            <a:off x="643466" y="643467"/>
            <a:ext cx="11071521" cy="557106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04044DE-2387-41C2-857F-132B16793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19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F6DBD2-5888-16F7-9DD6-EBBF7BF85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"/>
          <a:stretch>
            <a:fillRect/>
          </a:stretch>
        </p:blipFill>
        <p:spPr>
          <a:xfrm>
            <a:off x="0" y="1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36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D4C5-1713-F3E7-5BB5-DAE2F8A71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28017"/>
            <a:ext cx="10754932" cy="84124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                  My </a:t>
            </a:r>
            <a:r>
              <a:rPr lang="en-IN" b="1" dirty="0" err="1">
                <a:solidFill>
                  <a:schemeClr val="bg1"/>
                </a:solidFill>
              </a:rPr>
              <a:t>sql</a:t>
            </a:r>
            <a:r>
              <a:rPr lang="en-IN" b="1" dirty="0">
                <a:solidFill>
                  <a:schemeClr val="bg1"/>
                </a:solidFill>
              </a:rPr>
              <a:t> 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8D7AD-D7CB-5BE8-20E7-7BB87F67A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1399033"/>
            <a:ext cx="11365992" cy="5056632"/>
          </a:xfrm>
        </p:spPr>
        <p:txBody>
          <a:bodyPr>
            <a:normAutofit fontScale="62500" lnSpcReduction="20000"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FROM </a:t>
            </a:r>
            <a:r>
              <a:rPr lang="en-IN" sz="1600" dirty="0" err="1">
                <a:solidFill>
                  <a:schemeClr val="bg1"/>
                </a:solidFill>
              </a:rPr>
              <a:t>FactInternetSales</a:t>
            </a:r>
            <a:r>
              <a:rPr lang="en-IN" sz="1600" dirty="0">
                <a:solidFill>
                  <a:schemeClr val="bg1"/>
                </a:solidFill>
              </a:rPr>
              <a:t>;</a:t>
            </a:r>
          </a:p>
          <a:p>
            <a:r>
              <a:rPr lang="en-IN" sz="1600" dirty="0">
                <a:solidFill>
                  <a:schemeClr val="bg1"/>
                </a:solidFill>
              </a:rPr>
              <a:t>SELECT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OrderQuantity</a:t>
            </a:r>
            <a:r>
              <a:rPr lang="en-IN" sz="1600" dirty="0">
                <a:solidFill>
                  <a:schemeClr val="bg1"/>
                </a:solidFill>
              </a:rPr>
              <a:t>,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UnitPrice</a:t>
            </a:r>
            <a:r>
              <a:rPr lang="en-IN" sz="1600" dirty="0">
                <a:solidFill>
                  <a:schemeClr val="bg1"/>
                </a:solidFill>
              </a:rPr>
              <a:t>,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OrderQuantity</a:t>
            </a:r>
            <a:r>
              <a:rPr lang="en-IN" sz="1600" dirty="0">
                <a:solidFill>
                  <a:schemeClr val="bg1"/>
                </a:solidFill>
              </a:rPr>
              <a:t> *</a:t>
            </a:r>
          </a:p>
          <a:p>
            <a:r>
              <a:rPr lang="en-IN" sz="1600" dirty="0">
                <a:solidFill>
                  <a:schemeClr val="bg1"/>
                </a:solidFill>
              </a:rPr>
              <a:t> </a:t>
            </a:r>
            <a:r>
              <a:rPr lang="en-IN" sz="1600" dirty="0" err="1">
                <a:solidFill>
                  <a:schemeClr val="bg1"/>
                </a:solidFill>
              </a:rPr>
              <a:t>UnitPrice</a:t>
            </a:r>
            <a:r>
              <a:rPr lang="en-IN" sz="1600" dirty="0">
                <a:solidFill>
                  <a:schemeClr val="bg1"/>
                </a:solidFill>
              </a:rPr>
              <a:t> AS </a:t>
            </a:r>
            <a:r>
              <a:rPr lang="en-IN" sz="1600" dirty="0" err="1">
                <a:solidFill>
                  <a:schemeClr val="bg1"/>
                </a:solidFill>
              </a:rPr>
              <a:t>SalesAmount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FROM </a:t>
            </a:r>
            <a:r>
              <a:rPr lang="en-IN" sz="1600" dirty="0" err="1">
                <a:solidFill>
                  <a:schemeClr val="bg1"/>
                </a:solidFill>
              </a:rPr>
              <a:t>FactInternetSales</a:t>
            </a:r>
            <a:r>
              <a:rPr lang="en-IN" sz="1600" dirty="0">
                <a:solidFill>
                  <a:schemeClr val="bg1"/>
                </a:solidFill>
              </a:rPr>
              <a:t>;</a:t>
            </a:r>
          </a:p>
          <a:p>
            <a:r>
              <a:rPr lang="en-IN" sz="1600" dirty="0">
                <a:solidFill>
                  <a:schemeClr val="bg1"/>
                </a:solidFill>
              </a:rPr>
              <a:t>SELECT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OrderQuantity</a:t>
            </a:r>
            <a:r>
              <a:rPr lang="en-IN" sz="1600" dirty="0">
                <a:solidFill>
                  <a:schemeClr val="bg1"/>
                </a:solidFill>
              </a:rPr>
              <a:t>,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ProductStandardCost</a:t>
            </a:r>
            <a:r>
              <a:rPr lang="en-IN" sz="1600" dirty="0">
                <a:solidFill>
                  <a:schemeClr val="bg1"/>
                </a:solidFill>
              </a:rPr>
              <a:t>,</a:t>
            </a:r>
          </a:p>
          <a:p>
            <a:r>
              <a:rPr lang="en-IN" sz="1600" dirty="0" err="1">
                <a:solidFill>
                  <a:schemeClr val="bg1"/>
                </a:solidFill>
              </a:rPr>
              <a:t>OrderQuantity</a:t>
            </a:r>
            <a:r>
              <a:rPr lang="en-IN" sz="1600" dirty="0">
                <a:solidFill>
                  <a:schemeClr val="bg1"/>
                </a:solidFill>
              </a:rPr>
              <a:t> * </a:t>
            </a:r>
            <a:r>
              <a:rPr lang="en-IN" sz="1600" dirty="0" err="1">
                <a:solidFill>
                  <a:schemeClr val="bg1"/>
                </a:solidFill>
              </a:rPr>
              <a:t>ProductStandardCost</a:t>
            </a:r>
            <a:r>
              <a:rPr lang="en-IN" sz="1600" dirty="0">
                <a:solidFill>
                  <a:schemeClr val="bg1"/>
                </a:solidFill>
              </a:rPr>
              <a:t> AS </a:t>
            </a:r>
            <a:r>
              <a:rPr lang="en-IN" sz="1600" dirty="0" err="1">
                <a:solidFill>
                  <a:schemeClr val="bg1"/>
                </a:solidFill>
              </a:rPr>
              <a:t>ProductionCost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FROM </a:t>
            </a:r>
            <a:r>
              <a:rPr lang="en-IN" sz="1600" dirty="0" err="1">
                <a:solidFill>
                  <a:schemeClr val="bg1"/>
                </a:solidFill>
              </a:rPr>
              <a:t>FactInternetSales</a:t>
            </a:r>
            <a:r>
              <a:rPr lang="en-IN" sz="1600" dirty="0">
                <a:solidFill>
                  <a:schemeClr val="bg1"/>
                </a:solidFill>
              </a:rPr>
              <a:t>;</a:t>
            </a:r>
          </a:p>
          <a:p>
            <a:r>
              <a:rPr lang="en-IN" sz="1600" dirty="0">
                <a:solidFill>
                  <a:schemeClr val="bg1"/>
                </a:solidFill>
              </a:rPr>
              <a:t>SELECT(</a:t>
            </a:r>
            <a:r>
              <a:rPr lang="en-IN" sz="1600" dirty="0" err="1">
                <a:solidFill>
                  <a:schemeClr val="bg1"/>
                </a:solidFill>
              </a:rPr>
              <a:t>OrderQuantity</a:t>
            </a:r>
            <a:r>
              <a:rPr lang="en-IN" sz="1600" dirty="0">
                <a:solidFill>
                  <a:schemeClr val="bg1"/>
                </a:solidFill>
              </a:rPr>
              <a:t> * </a:t>
            </a:r>
            <a:r>
              <a:rPr lang="en-IN" sz="1600" dirty="0" err="1">
                <a:solidFill>
                  <a:schemeClr val="bg1"/>
                </a:solidFill>
              </a:rPr>
              <a:t>UnitPrice</a:t>
            </a:r>
            <a:r>
              <a:rPr lang="en-IN" sz="1600" dirty="0">
                <a:solidFill>
                  <a:schemeClr val="bg1"/>
                </a:solidFill>
              </a:rPr>
              <a:t>) -(</a:t>
            </a:r>
            <a:r>
              <a:rPr lang="en-IN" sz="1600" dirty="0" err="1">
                <a:solidFill>
                  <a:schemeClr val="bg1"/>
                </a:solidFill>
              </a:rPr>
              <a:t>OrderQuantity</a:t>
            </a:r>
            <a:r>
              <a:rPr lang="en-IN" sz="1600" dirty="0">
                <a:solidFill>
                  <a:schemeClr val="bg1"/>
                </a:solidFill>
              </a:rPr>
              <a:t> * </a:t>
            </a:r>
            <a:r>
              <a:rPr lang="en-IN" sz="1600" dirty="0" err="1">
                <a:solidFill>
                  <a:schemeClr val="bg1"/>
                </a:solidFill>
              </a:rPr>
              <a:t>ProductStandardCost</a:t>
            </a:r>
            <a:r>
              <a:rPr lang="en-IN" sz="1600" dirty="0">
                <a:solidFill>
                  <a:schemeClr val="bg1"/>
                </a:solidFill>
              </a:rPr>
              <a:t>) AS Profit</a:t>
            </a:r>
          </a:p>
          <a:p>
            <a:r>
              <a:rPr lang="en-IN" sz="1600" dirty="0">
                <a:solidFill>
                  <a:schemeClr val="bg1"/>
                </a:solidFill>
              </a:rPr>
              <a:t>FROM </a:t>
            </a:r>
            <a:r>
              <a:rPr lang="en-IN" sz="1600" dirty="0" err="1">
                <a:solidFill>
                  <a:schemeClr val="bg1"/>
                </a:solidFill>
              </a:rPr>
              <a:t>FactInternetSales</a:t>
            </a:r>
            <a:r>
              <a:rPr lang="en-IN" sz="1600" dirty="0">
                <a:solidFill>
                  <a:schemeClr val="bg1"/>
                </a:solidFill>
              </a:rPr>
              <a:t>;</a:t>
            </a:r>
          </a:p>
          <a:p>
            <a:r>
              <a:rPr lang="en-IN" sz="1600" dirty="0">
                <a:solidFill>
                  <a:schemeClr val="bg1"/>
                </a:solidFill>
              </a:rPr>
              <a:t>SELECT</a:t>
            </a:r>
          </a:p>
          <a:p>
            <a:r>
              <a:rPr lang="en-IN" sz="1600" dirty="0">
                <a:solidFill>
                  <a:schemeClr val="bg1"/>
                </a:solidFill>
              </a:rPr>
              <a:t>YEAR(</a:t>
            </a:r>
            <a:r>
              <a:rPr lang="en-IN" sz="1600" dirty="0" err="1">
                <a:solidFill>
                  <a:schemeClr val="bg1"/>
                </a:solidFill>
              </a:rPr>
              <a:t>OrderDate</a:t>
            </a:r>
            <a:r>
              <a:rPr lang="en-IN" sz="1600" dirty="0">
                <a:solidFill>
                  <a:schemeClr val="bg1"/>
                </a:solidFill>
              </a:rPr>
              <a:t>) AS Year,</a:t>
            </a:r>
          </a:p>
          <a:p>
            <a:r>
              <a:rPr lang="en-IN" sz="1600" dirty="0">
                <a:solidFill>
                  <a:schemeClr val="bg1"/>
                </a:solidFill>
              </a:rPr>
              <a:t>MONTH(</a:t>
            </a:r>
            <a:r>
              <a:rPr lang="en-IN" sz="1600" dirty="0" err="1">
                <a:solidFill>
                  <a:schemeClr val="bg1"/>
                </a:solidFill>
              </a:rPr>
              <a:t>OrderDate</a:t>
            </a:r>
            <a:r>
              <a:rPr lang="en-IN" sz="1600" dirty="0">
                <a:solidFill>
                  <a:schemeClr val="bg1"/>
                </a:solidFill>
              </a:rPr>
              <a:t>) AS Month,</a:t>
            </a:r>
          </a:p>
          <a:p>
            <a:r>
              <a:rPr lang="en-IN" sz="1600" dirty="0">
                <a:solidFill>
                  <a:schemeClr val="bg1"/>
                </a:solidFill>
              </a:rPr>
              <a:t>SUM(</a:t>
            </a:r>
            <a:r>
              <a:rPr lang="en-IN" sz="1600" dirty="0" err="1">
                <a:solidFill>
                  <a:schemeClr val="bg1"/>
                </a:solidFill>
              </a:rPr>
              <a:t>SalesAmount</a:t>
            </a:r>
            <a:r>
              <a:rPr lang="en-IN" sz="1600" dirty="0">
                <a:solidFill>
                  <a:schemeClr val="bg1"/>
                </a:solidFill>
              </a:rPr>
              <a:t>) AS </a:t>
            </a:r>
            <a:r>
              <a:rPr lang="en-IN" sz="1600" dirty="0" err="1">
                <a:solidFill>
                  <a:schemeClr val="bg1"/>
                </a:solidFill>
              </a:rPr>
              <a:t>TotalSales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FROM </a:t>
            </a:r>
            <a:r>
              <a:rPr lang="en-IN" sz="1600" dirty="0" err="1">
                <a:solidFill>
                  <a:schemeClr val="bg1"/>
                </a:solidFill>
              </a:rPr>
              <a:t>FactInternetSalesGROUP</a:t>
            </a:r>
            <a:r>
              <a:rPr lang="en-IN" sz="1600" dirty="0">
                <a:solidFill>
                  <a:schemeClr val="bg1"/>
                </a:solidFill>
              </a:rPr>
              <a:t> BY YEAR(</a:t>
            </a:r>
            <a:r>
              <a:rPr lang="en-IN" sz="1600" dirty="0" err="1">
                <a:solidFill>
                  <a:schemeClr val="bg1"/>
                </a:solidFill>
              </a:rPr>
              <a:t>OrderDate</a:t>
            </a:r>
            <a:r>
              <a:rPr lang="en-IN" sz="1600" dirty="0">
                <a:solidFill>
                  <a:schemeClr val="bg1"/>
                </a:solidFill>
              </a:rPr>
              <a:t>),</a:t>
            </a:r>
          </a:p>
          <a:p>
            <a:r>
              <a:rPr lang="en-IN" sz="1600" dirty="0">
                <a:solidFill>
                  <a:schemeClr val="bg1"/>
                </a:solidFill>
              </a:rPr>
              <a:t>MONTH(</a:t>
            </a:r>
            <a:r>
              <a:rPr lang="en-IN" sz="1600" dirty="0" err="1">
                <a:solidFill>
                  <a:schemeClr val="bg1"/>
                </a:solidFill>
              </a:rPr>
              <a:t>OrderDate</a:t>
            </a:r>
            <a:r>
              <a:rPr lang="en-IN" sz="1600" dirty="0">
                <a:solidFill>
                  <a:schemeClr val="bg1"/>
                </a:solidFill>
              </a:rPr>
              <a:t>)ORDER BY </a:t>
            </a:r>
            <a:r>
              <a:rPr lang="en-IN" sz="1600" dirty="0" err="1">
                <a:solidFill>
                  <a:schemeClr val="bg1"/>
                </a:solidFill>
              </a:rPr>
              <a:t>Year,Month</a:t>
            </a:r>
            <a:r>
              <a:rPr lang="en-IN" sz="1600" dirty="0">
                <a:solidFill>
                  <a:schemeClr val="bg1"/>
                </a:solidFill>
              </a:rPr>
              <a:t>;</a:t>
            </a:r>
          </a:p>
          <a:p>
            <a:r>
              <a:rPr lang="en-IN" sz="1600" dirty="0">
                <a:solidFill>
                  <a:schemeClr val="bg1"/>
                </a:solidFill>
              </a:rPr>
              <a:t>SELECTYEAR(</a:t>
            </a:r>
            <a:r>
              <a:rPr lang="en-IN" sz="1600" dirty="0" err="1">
                <a:solidFill>
                  <a:schemeClr val="bg1"/>
                </a:solidFill>
              </a:rPr>
              <a:t>OrderDate</a:t>
            </a:r>
            <a:r>
              <a:rPr lang="en-IN" sz="1600" dirty="0">
                <a:solidFill>
                  <a:schemeClr val="bg1"/>
                </a:solidFill>
              </a:rPr>
              <a:t>) AS Year,</a:t>
            </a:r>
          </a:p>
          <a:p>
            <a:r>
              <a:rPr lang="en-IN" sz="1600" dirty="0">
                <a:solidFill>
                  <a:schemeClr val="bg1"/>
                </a:solidFill>
              </a:rPr>
              <a:t>SUM(</a:t>
            </a:r>
            <a:r>
              <a:rPr lang="en-IN" sz="1600" dirty="0" err="1">
                <a:solidFill>
                  <a:schemeClr val="bg1"/>
                </a:solidFill>
              </a:rPr>
              <a:t>SalesAmount</a:t>
            </a:r>
            <a:r>
              <a:rPr lang="en-IN" sz="1600" dirty="0">
                <a:solidFill>
                  <a:schemeClr val="bg1"/>
                </a:solidFill>
              </a:rPr>
              <a:t>) AS </a:t>
            </a:r>
            <a:r>
              <a:rPr lang="en-IN" sz="1600" dirty="0" err="1">
                <a:solidFill>
                  <a:schemeClr val="bg1"/>
                </a:solidFill>
              </a:rPr>
              <a:t>TotalSales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70310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EBF09E-FD7D-6625-3C83-BFFB1610E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18125"/>
            <a:ext cx="11658600" cy="562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950680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CDB3-C552-66DB-EB23-0566633AC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55449"/>
            <a:ext cx="10846372" cy="911351"/>
          </a:xfrm>
        </p:spPr>
        <p:txBody>
          <a:bodyPr/>
          <a:lstStyle/>
          <a:p>
            <a:r>
              <a:rPr lang="en-IN" b="1" cap="none" dirty="0">
                <a:solidFill>
                  <a:schemeClr val="bg1"/>
                </a:solidFill>
              </a:rPr>
              <a:t>    Challenges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F7BC0-D221-039D-B50B-C49F9C75B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271017"/>
            <a:ext cx="10846372" cy="452018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Cleaning and transforming raw sales data.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 Handling missing, duplicate, and inconsistent records.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Establishing relationships between multiple tables.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 Managing large volumes of sales data efficiently.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Creating accurate DAX measures and calculated columns.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Designing an interactive and user-friendly dashboard.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Optimizing dashboard performance for faster loading.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 Selecting meaningful KPIs and visualizations.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Identifying hidden trends and business insights from the data. </a:t>
            </a:r>
          </a:p>
        </p:txBody>
      </p:sp>
    </p:spTree>
    <p:extLst>
      <p:ext uri="{BB962C8B-B14F-4D97-AF65-F5344CB8AC3E}">
        <p14:creationId xmlns:p14="http://schemas.microsoft.com/office/powerpoint/2010/main" val="3296289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3769-E9C2-8437-0BA1-1730F1B8B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246889"/>
            <a:ext cx="10855516" cy="1042415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                   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D355A-E5C3-9BFA-185E-49E0025337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444752"/>
            <a:ext cx="10937812" cy="475487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 err="1">
                <a:solidFill>
                  <a:schemeClr val="bg1"/>
                </a:solidFill>
              </a:rPr>
              <a:t>Analyze</a:t>
            </a:r>
            <a:r>
              <a:rPr lang="en-IN" dirty="0">
                <a:solidFill>
                  <a:schemeClr val="bg1"/>
                </a:solidFill>
              </a:rPr>
              <a:t> Adventure Works sales data to understand overall business performance. Identify sales trends across different time periods.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Evaluate product category and subcategory performance.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err="1">
                <a:solidFill>
                  <a:schemeClr val="bg1"/>
                </a:solidFill>
              </a:rPr>
              <a:t>Analyze</a:t>
            </a:r>
            <a:r>
              <a:rPr lang="en-IN" dirty="0">
                <a:solidFill>
                  <a:schemeClr val="bg1"/>
                </a:solidFill>
              </a:rPr>
              <a:t> customer purchasing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 and demographics.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 Measure key business KPIs such as Sales, Profit, Orders, and Revenue.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Compare regional sales performance across different countries.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Identify top-performing and low-performing products.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Create an interactive Power BI dashboard for data-driven decision-making. Provide actionable insights to improve sales and profitability.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 Support business decisions through visual analytics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3336450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BF89F-D6FD-1AFA-CD71-DBC1C5362C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146305"/>
            <a:ext cx="11074972" cy="1207007"/>
          </a:xfrm>
        </p:spPr>
        <p:txBody>
          <a:bodyPr>
            <a:normAutofit/>
          </a:bodyPr>
          <a:lstStyle/>
          <a:p>
            <a:r>
              <a:rPr lang="en-IN" sz="5400" b="1" dirty="0">
                <a:solidFill>
                  <a:schemeClr val="bg1"/>
                </a:solidFill>
              </a:rPr>
              <a:t>                suggestions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EE0EA-DF37-DD35-FBBA-C0C6AB21B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481328"/>
            <a:ext cx="11193844" cy="502919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Increase marketing efforts in low-performing regions.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Focus on promoting high-profit products.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Reduce returns by improving product quality and customer support.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Offer personalized discounts to loyal customers.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Improve inventory planning based on demand trends.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Increase sales during off-peak months through seasonal promotions.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Expand business in high-performing regions and markets.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Introduce cross-selling and upselling strategies.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Monitor sales and profit using real-time dashboards.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Optimize pricing based on product performance and customer demand.</a:t>
            </a:r>
          </a:p>
        </p:txBody>
      </p:sp>
    </p:spTree>
    <p:extLst>
      <p:ext uri="{BB962C8B-B14F-4D97-AF65-F5344CB8AC3E}">
        <p14:creationId xmlns:p14="http://schemas.microsoft.com/office/powerpoint/2010/main" val="4098646814"/>
      </p:ext>
    </p:extLst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306DD3BF-EFFD-AB2F-B3D5-E9DB588DE88A}"/>
              </a:ext>
            </a:extLst>
          </p:cNvPr>
          <p:cNvSpPr/>
          <p:nvPr/>
        </p:nvSpPr>
        <p:spPr>
          <a:xfrm flipH="1">
            <a:off x="3867912" y="1993392"/>
            <a:ext cx="4919472" cy="2688336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 b="1" dirty="0">
                <a:latin typeface="Bradley Hand ITC" panose="03070402050302030203" pitchFamily="66" charset="0"/>
              </a:rPr>
              <a:t>THANK</a:t>
            </a:r>
          </a:p>
          <a:p>
            <a:pPr algn="ctr"/>
            <a:r>
              <a:rPr lang="en-IN" sz="4400" b="1" dirty="0">
                <a:latin typeface="Bradley Hand ITC" panose="03070402050302030203" pitchFamily="66" charset="0"/>
              </a:rPr>
              <a:t>            YOU</a:t>
            </a:r>
          </a:p>
        </p:txBody>
      </p:sp>
    </p:spTree>
    <p:extLst>
      <p:ext uri="{BB962C8B-B14F-4D97-AF65-F5344CB8AC3E}">
        <p14:creationId xmlns:p14="http://schemas.microsoft.com/office/powerpoint/2010/main" val="255989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570</TotalTime>
  <Words>669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Bradley Hand ITC</vt:lpstr>
      <vt:lpstr>Century Gothic</vt:lpstr>
      <vt:lpstr>Wingdings 3</vt:lpstr>
      <vt:lpstr>Slice</vt:lpstr>
      <vt:lpstr>PowerPoint Presentation</vt:lpstr>
      <vt:lpstr>          Today’s agenda</vt:lpstr>
      <vt:lpstr>        Adventure Works In Breif</vt:lpstr>
      <vt:lpstr>    Summary Of The Project </vt:lpstr>
      <vt:lpstr>                        KPI’S List</vt:lpstr>
      <vt:lpstr>PowerPoint Presentation</vt:lpstr>
      <vt:lpstr>PowerPoint Presentation</vt:lpstr>
      <vt:lpstr>                  My sql script</vt:lpstr>
      <vt:lpstr>PowerPoint Presentation</vt:lpstr>
      <vt:lpstr>    Challenges </vt:lpstr>
      <vt:lpstr>                    objectives</vt:lpstr>
      <vt:lpstr>                suggestions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Itha Shashidhar</dc:creator>
  <cp:lastModifiedBy>Itha Shashidhar</cp:lastModifiedBy>
  <cp:revision>7</cp:revision>
  <dcterms:created xsi:type="dcterms:W3CDTF">2026-07-24T14:46:48Z</dcterms:created>
  <dcterms:modified xsi:type="dcterms:W3CDTF">2026-09-29T13:44:58Z</dcterms:modified>
</cp:coreProperties>
</file>